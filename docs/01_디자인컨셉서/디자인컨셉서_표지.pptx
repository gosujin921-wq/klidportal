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62"/>
  </p:normalViewPr>
  <p:slideViewPr>
    <p:cSldViewPr snapToGrid="0" snapToObjects="1">
      <p:cViewPr varScale="1">
        <p:scale>
          <a:sx n="138" d="100"/>
          <a:sy n="138" d="100"/>
        </p:scale>
        <p:origin x="17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1F89F-C669-8545-A1F0-9D93964D148A}" type="datetimeFigureOut">
              <a:rPr kumimoji="1" lang="ko-Kore-KR" altLang="en-US" smtClean="0"/>
              <a:t>2026. 6. 17.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036F9-8FAC-E849-A455-7FF76E4F7C5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6003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036F9-8FAC-E849-A455-7FF76E4F7C55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50860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49F0F18-8008-A353-7893-5112BE8C401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03045" y="2002062"/>
            <a:ext cx="226711" cy="25400"/>
          </a:xfrm>
          <a:prstGeom prst="rect">
            <a:avLst/>
          </a:prstGeom>
          <a:solidFill>
            <a:srgbClr val="AEB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9756" y="1894612"/>
            <a:ext cx="10424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spc="240" dirty="0">
                <a:solidFill>
                  <a:srgbClr val="AEBCFF"/>
                </a:solidFill>
                <a:latin typeface="Pretendard"/>
                <a:ea typeface="Pretendard"/>
                <a:cs typeface="Pretendard"/>
              </a:rPr>
              <a:t>HERO DESIGN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1404"/>
            <a:ext cx="10424160" cy="188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6000"/>
              </a:lnSpc>
            </a:pPr>
            <a:r>
              <a:rPr sz="6000" b="1" spc="-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KLID</a:t>
            </a:r>
          </a:p>
          <a:p>
            <a:pPr>
              <a:lnSpc>
                <a:spcPct val="98000"/>
              </a:lnSpc>
            </a:pPr>
            <a:r>
              <a:rPr sz="6000" b="1" spc="-300" dirty="0">
                <a:gradFill>
                  <a:gsLst>
                    <a:gs pos="0">
                      <a:srgbClr val="FFFFFF"/>
                    </a:gs>
                    <a:gs pos="52000">
                      <a:srgbClr val="B9C6FF"/>
                    </a:gs>
                    <a:gs pos="100000">
                      <a:srgbClr val="8FF4FF"/>
                    </a:gs>
                  </a:gsLst>
                  <a:lin ang="0" scaled="0"/>
                </a:gradFill>
                <a:latin typeface="Pretendard"/>
                <a:ea typeface="Pretendard"/>
                <a:cs typeface="Pretendard"/>
              </a:rPr>
              <a:t>AI </a:t>
            </a:r>
            <a:r>
              <a:rPr sz="6000" b="1" spc="-300" dirty="0" err="1">
                <a:gradFill>
                  <a:gsLst>
                    <a:gs pos="0">
                      <a:srgbClr val="FFFFFF"/>
                    </a:gs>
                    <a:gs pos="52000">
                      <a:srgbClr val="B9C6FF"/>
                    </a:gs>
                    <a:gs pos="100000">
                      <a:srgbClr val="8FF4FF"/>
                    </a:gs>
                  </a:gsLst>
                  <a:lin ang="0" scaled="0"/>
                </a:gradFill>
                <a:latin typeface="Pretendard"/>
                <a:ea typeface="Pretendard"/>
                <a:cs typeface="Pretendard"/>
              </a:rPr>
              <a:t>영상학습</a:t>
            </a:r>
            <a:r>
              <a:rPr sz="6000" b="1" spc="-300" dirty="0">
                <a:gradFill>
                  <a:gsLst>
                    <a:gs pos="0">
                      <a:srgbClr val="FFFFFF"/>
                    </a:gs>
                    <a:gs pos="52000">
                      <a:srgbClr val="B9C6FF"/>
                    </a:gs>
                    <a:gs pos="100000">
                      <a:srgbClr val="8FF4FF"/>
                    </a:gs>
                  </a:gsLst>
                  <a:lin ang="0" scaled="0"/>
                </a:gradFill>
                <a:latin typeface="Pretendard"/>
                <a:ea typeface="Pretendard"/>
                <a:cs typeface="Pretendard"/>
              </a:rPr>
              <a:t> </a:t>
            </a:r>
            <a:r>
              <a:rPr sz="6000" b="1" spc="-300" dirty="0" err="1">
                <a:gradFill>
                  <a:gsLst>
                    <a:gs pos="0">
                      <a:srgbClr val="FFFFFF"/>
                    </a:gs>
                    <a:gs pos="52000">
                      <a:srgbClr val="B9C6FF"/>
                    </a:gs>
                    <a:gs pos="100000">
                      <a:srgbClr val="8FF4FF"/>
                    </a:gs>
                  </a:gsLst>
                  <a:lin ang="0" scaled="0"/>
                </a:gradFill>
                <a:latin typeface="Pretendard"/>
                <a:ea typeface="Pretendard"/>
                <a:cs typeface="Pretendard"/>
              </a:rPr>
              <a:t>사용자</a:t>
            </a:r>
            <a:r>
              <a:rPr sz="6000" b="1" spc="-300" dirty="0">
                <a:gradFill>
                  <a:gsLst>
                    <a:gs pos="0">
                      <a:srgbClr val="FFFFFF"/>
                    </a:gs>
                    <a:gs pos="52000">
                      <a:srgbClr val="B9C6FF"/>
                    </a:gs>
                    <a:gs pos="100000">
                      <a:srgbClr val="8FF4FF"/>
                    </a:gs>
                  </a:gsLst>
                  <a:lin ang="0" scaled="0"/>
                </a:gradFill>
                <a:latin typeface="Pretendard"/>
                <a:ea typeface="Pretendard"/>
                <a:cs typeface="Pretendard"/>
              </a:rPr>
              <a:t> </a:t>
            </a:r>
            <a:r>
              <a:rPr sz="6000" b="1" spc="-300" dirty="0" err="1">
                <a:gradFill>
                  <a:gsLst>
                    <a:gs pos="0">
                      <a:srgbClr val="FFFFFF"/>
                    </a:gs>
                    <a:gs pos="52000">
                      <a:srgbClr val="B9C6FF"/>
                    </a:gs>
                    <a:gs pos="100000">
                      <a:srgbClr val="8FF4FF"/>
                    </a:gs>
                  </a:gsLst>
                  <a:lin ang="0" scaled="0"/>
                </a:gradFill>
                <a:latin typeface="Pretendard"/>
                <a:ea typeface="Pretendard"/>
                <a:cs typeface="Pretendard"/>
              </a:rPr>
              <a:t>포털</a:t>
            </a:r>
            <a:endParaRPr sz="6000" b="1" spc="-300" dirty="0">
              <a:gradFill>
                <a:gsLst>
                  <a:gs pos="0">
                    <a:srgbClr val="FFFFFF"/>
                  </a:gs>
                  <a:gs pos="52000">
                    <a:srgbClr val="B9C6FF"/>
                  </a:gs>
                  <a:gs pos="100000">
                    <a:srgbClr val="8FF4FF"/>
                  </a:gs>
                </a:gsLst>
                <a:lin ang="0" scaled="0"/>
              </a:gra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220865"/>
            <a:ext cx="9326880" cy="33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데이터를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찾고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키우고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바로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쓸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있게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만드는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AI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영상학습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포털의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브랜드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경험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방향</a:t>
            </a:r>
            <a:r>
              <a:rPr sz="1200" b="0" dirty="0">
                <a:solidFill>
                  <a:srgbClr val="C2CCE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6327648"/>
            <a:ext cx="10396728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</Words>
  <Application>Microsoft Macintosh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GO SUJIN</cp:lastModifiedBy>
  <cp:revision>2</cp:revision>
  <dcterms:created xsi:type="dcterms:W3CDTF">2013-01-27T09:14:16Z</dcterms:created>
  <dcterms:modified xsi:type="dcterms:W3CDTF">2026-06-17T05:30:00Z</dcterms:modified>
  <cp:category/>
</cp:coreProperties>
</file>